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A9616706-2587-490D-BC2F-89609D2BED2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visual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98892EE7-3695-4B45-99E8-21E658A6D308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Archivo creado el: 20/8/2026 23:38:57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istoria 11" id="2" name="slide2">
            <a:extLst>
              <a:ext uri="{FF2B5EF4-FFF2-40B4-BE49-F238E27FC236}">
                <a16:creationId xmlns:a16="http://schemas.microsoft.com/office/drawing/2014/main" id="{2BDAA81D-7A27-44B0-8993-42793C1EDA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224"/>
            <a:ext cx="12192000" cy="626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istoria 12" id="3" name="slide3">
            <a:extLst>
              <a:ext uri="{FF2B5EF4-FFF2-40B4-BE49-F238E27FC236}">
                <a16:creationId xmlns:a16="http://schemas.microsoft.com/office/drawing/2014/main" id="{D7C8DDB0-75EA-4B10-AC60-AD7D8006C6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224"/>
            <a:ext cx="12192000" cy="626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istoria 13" id="4" name="slide4">
            <a:extLst>
              <a:ext uri="{FF2B5EF4-FFF2-40B4-BE49-F238E27FC236}">
                <a16:creationId xmlns:a16="http://schemas.microsoft.com/office/drawing/2014/main" id="{99B43B24-7540-4D34-903A-423E4DC919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224"/>
            <a:ext cx="12192000" cy="626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istoria 14" id="5" name="slide5">
            <a:extLst>
              <a:ext uri="{FF2B5EF4-FFF2-40B4-BE49-F238E27FC236}">
                <a16:creationId xmlns:a16="http://schemas.microsoft.com/office/drawing/2014/main" id="{E089854A-3F5B-444D-8BAE-907D3643B8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224"/>
            <a:ext cx="12192000" cy="626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istoria 15" id="6" name="slide6">
            <a:extLst>
              <a:ext uri="{FF2B5EF4-FFF2-40B4-BE49-F238E27FC236}">
                <a16:creationId xmlns:a16="http://schemas.microsoft.com/office/drawing/2014/main" id="{5172C27D-8020-4DC3-ADFE-F9F9BF74F6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8224"/>
            <a:ext cx="12192000" cy="626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2026-08-21T04:39:06Z</dcterms:created>
  <dcterms:modified xsi:type="dcterms:W3CDTF">2026-08-21T04:39:06Z</dcterms:modified>
</cp:coreProperties>
</file>